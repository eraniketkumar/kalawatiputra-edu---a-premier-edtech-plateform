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9"/>
  </p:notesMasterIdLst>
  <p:sldIdLst>
    <p:sldId id="281" r:id="rId2"/>
    <p:sldId id="327" r:id="rId3"/>
    <p:sldId id="316" r:id="rId4"/>
    <p:sldId id="328" r:id="rId5"/>
    <p:sldId id="329" r:id="rId6"/>
    <p:sldId id="330" r:id="rId7"/>
    <p:sldId id="314" r:id="rId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6552602" y="0"/>
            <a:ext cx="2134198" cy="876300"/>
            <a:chOff x="6477000" y="3924300"/>
            <a:chExt cx="2235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502400" y="3924300"/>
              <a:ext cx="22098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3B4335-2E7A-5CEC-C0E8-EFDCD91AFC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72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E336C4E-A392-8729-E9AD-5C8843EB4C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2940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kalawatiputra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72E63F-589D-8B42-99FD-D388EA2B82A4}"/>
              </a:ext>
            </a:extLst>
          </p:cNvPr>
          <p:cNvSpPr txBox="1"/>
          <p:nvPr/>
        </p:nvSpPr>
        <p:spPr>
          <a:xfrm>
            <a:off x="457200" y="990600"/>
            <a:ext cx="8229600" cy="534633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1600" dirty="0">
                <a:latin typeface="+mj-lt"/>
              </a:rPr>
              <a:t>                            </a:t>
            </a:r>
            <a:r>
              <a:rPr lang="en-US" sz="3600" dirty="0">
                <a:latin typeface="+mj-lt"/>
              </a:rPr>
              <a:t>   </a:t>
            </a:r>
            <a:r>
              <a:rPr lang="en-US" sz="4000" b="1" dirty="0">
                <a:latin typeface="+mj-lt"/>
              </a:rPr>
              <a:t>IOHE (22CS422) G-23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             Project: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KalawatiPutra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Edu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2400" dirty="0">
                <a:latin typeface="+mn-lt"/>
              </a:rPr>
              <a:t>       A Comprehensive Ed-Tech Platform for College Students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       Live: </a:t>
            </a:r>
            <a:r>
              <a:rPr lang="en-US" sz="2400" dirty="0">
                <a:latin typeface="+mn-lt"/>
                <a:cs typeface="Times New Roman" panose="02020603050405020304" pitchFamily="18" charset="0"/>
                <a:hlinkClick r:id="rId2"/>
              </a:rPr>
              <a:t>https://www.kalawatiputra.com/</a:t>
            </a:r>
            <a:endParaRPr lang="en-US" sz="2400" dirty="0">
              <a:latin typeface="+mn-lt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2400" b="1" dirty="0">
              <a:latin typeface="+mj-lt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b="1" dirty="0">
                <a:latin typeface="+mj-lt"/>
                <a:cs typeface="Times New Roman" panose="02020603050405020304" pitchFamily="18" charset="0"/>
              </a:rPr>
              <a:t>Presented By: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Aniket Kumar (2211981054)</a:t>
            </a:r>
          </a:p>
          <a:p>
            <a:pPr marL="514350" marR="8255" indent="-514350">
              <a:spcBef>
                <a:spcPts val="330"/>
              </a:spcBef>
              <a:buFontTx/>
              <a:buAutoNum type="arabicPeriod"/>
            </a:pPr>
            <a:r>
              <a:rPr lang="en-IN" sz="2200" dirty="0">
                <a:cs typeface="Times New Roman" panose="02020603050405020304" pitchFamily="18" charset="0"/>
              </a:rPr>
              <a:t>Simran.        (2210992381)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Amrit Anand  (2211981049)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b="1" dirty="0">
                <a:latin typeface="+mj-lt"/>
                <a:cs typeface="Times New Roman" panose="02020603050405020304" pitchFamily="18" charset="0"/>
              </a:rPr>
              <a:t>Faculty : 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Name: Dr. Rajat </a:t>
            </a:r>
            <a:r>
              <a:rPr lang="en-IN" sz="2200" dirty="0" err="1">
                <a:latin typeface="+mj-lt"/>
                <a:cs typeface="Times New Roman" panose="02020603050405020304" pitchFamily="18" charset="0"/>
              </a:rPr>
              <a:t>Takkar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Email: rajat.takkar@chitkara.edu.in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6C757-E116-F1BD-B60F-6C0A1EF50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88586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5995-8B3A-4710-04A9-17BC421B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173C-3E74-0772-69E4-E235662B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Project Overview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F710-5F91-6AD0-D330-C18A85C0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3"/>
          </a:xfrm>
        </p:spPr>
        <p:txBody>
          <a:bodyPr/>
          <a:lstStyle/>
          <a:p>
            <a:r>
              <a:rPr lang="en-US" sz="2400" dirty="0"/>
              <a:t>One-stop platform for </a:t>
            </a:r>
            <a:r>
              <a:rPr lang="en-US" sz="2400" b="1" dirty="0"/>
              <a:t>DSA preparation + career development</a:t>
            </a:r>
            <a:r>
              <a:rPr lang="en-US" sz="2400" dirty="0"/>
              <a:t> </a:t>
            </a:r>
          </a:p>
          <a:p>
            <a:r>
              <a:rPr lang="en-US" sz="2400" dirty="0"/>
              <a:t>Structured learning with: </a:t>
            </a:r>
          </a:p>
          <a:p>
            <a:pPr lvl="1"/>
            <a:r>
              <a:rPr lang="en-US" sz="2400" dirty="0"/>
              <a:t>Topic-wise &amp; pattern-wise DSA </a:t>
            </a:r>
          </a:p>
          <a:p>
            <a:pPr lvl="1"/>
            <a:r>
              <a:rPr lang="en-US" sz="2400" dirty="0"/>
              <a:t>Courses with modules &amp; sub-modules </a:t>
            </a:r>
          </a:p>
          <a:p>
            <a:r>
              <a:rPr lang="en-US" sz="2400" dirty="0"/>
              <a:t>Personalized features: </a:t>
            </a:r>
          </a:p>
          <a:p>
            <a:pPr lvl="1"/>
            <a:r>
              <a:rPr lang="en-US" sz="2400" dirty="0"/>
              <a:t>Daily goals &amp; progress tracking </a:t>
            </a:r>
          </a:p>
          <a:p>
            <a:pPr lvl="1"/>
            <a:r>
              <a:rPr lang="en-US" sz="2400" dirty="0"/>
              <a:t>Solve / Unsolved / In-progress tracking </a:t>
            </a:r>
          </a:p>
          <a:p>
            <a:r>
              <a:rPr lang="en-US" sz="2400" dirty="0"/>
              <a:t>Additional services: </a:t>
            </a:r>
          </a:p>
          <a:p>
            <a:pPr lvl="1"/>
            <a:r>
              <a:rPr lang="en-US" sz="2400" dirty="0"/>
              <a:t>Mentorship &amp; guidance , Admission, Roadmap</a:t>
            </a:r>
          </a:p>
          <a:p>
            <a:pPr lvl="1"/>
            <a:r>
              <a:rPr lang="en-US" sz="2400" dirty="0"/>
              <a:t>Internship &amp; placement portal 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A4DB3-800F-7A93-BC17-89787E7FA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62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Key Features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US" sz="2400" b="1" dirty="0"/>
              <a:t>Core Features:</a:t>
            </a:r>
            <a:endParaRPr lang="en-US" sz="2400" dirty="0"/>
          </a:p>
          <a:p>
            <a:r>
              <a:rPr lang="en-US" sz="2400" dirty="0"/>
              <a:t>🔍 Advanced Filters: </a:t>
            </a:r>
          </a:p>
          <a:p>
            <a:pPr lvl="1"/>
            <a:r>
              <a:rPr lang="en-US" sz="2400" dirty="0"/>
              <a:t>Difficulty-wise </a:t>
            </a:r>
          </a:p>
          <a:p>
            <a:pPr lvl="1"/>
            <a:r>
              <a:rPr lang="en-US" sz="2400" dirty="0"/>
              <a:t>Company-wise </a:t>
            </a:r>
          </a:p>
          <a:p>
            <a:r>
              <a:rPr lang="en-US" sz="2400" dirty="0"/>
              <a:t>🧠 Smart Learning: </a:t>
            </a:r>
          </a:p>
          <a:p>
            <a:pPr lvl="1"/>
            <a:r>
              <a:rPr lang="en-US" sz="2400" dirty="0"/>
              <a:t>Structured roadmap </a:t>
            </a:r>
          </a:p>
          <a:p>
            <a:pPr lvl="1"/>
            <a:r>
              <a:rPr lang="en-US" sz="2400" dirty="0"/>
              <a:t>Practice tracking system</a:t>
            </a:r>
          </a:p>
          <a:p>
            <a:r>
              <a:rPr lang="en-US" sz="2400" b="1" dirty="0"/>
              <a:t>Extra Features:</a:t>
            </a:r>
            <a:endParaRPr lang="en-US" sz="2400" dirty="0"/>
          </a:p>
          <a:p>
            <a:r>
              <a:rPr lang="en-US" sz="2400" dirty="0"/>
              <a:t>✍️ Blog System (tech news &amp; user-generated content) </a:t>
            </a:r>
          </a:p>
          <a:p>
            <a:r>
              <a:rPr lang="en-US" sz="2400" dirty="0"/>
              <a:t>📜 Certificate generation for courses </a:t>
            </a:r>
          </a:p>
          <a:p>
            <a:r>
              <a:rPr lang="en-US" sz="2400" dirty="0"/>
              <a:t>🛒 Student Store: </a:t>
            </a:r>
          </a:p>
          <a:p>
            <a:r>
              <a:rPr lang="en-US" sz="2400" dirty="0"/>
              <a:t>📊 Resume Screening: </a:t>
            </a:r>
          </a:p>
          <a:p>
            <a:pPr lvl="1"/>
            <a:r>
              <a:rPr lang="en-US" sz="2400" dirty="0"/>
              <a:t>ATS score analysis </a:t>
            </a:r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971C7-D324-8265-6515-4611CB319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540" y="179387"/>
            <a:ext cx="251460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C057-EDDE-A2FE-49AA-0A479F2B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E697-3FD8-3F47-C116-AAF2C84F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System Architecture &amp; Tech Stack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E5CCF-148A-72DA-2E9A-B4822D45D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US" sz="2400" b="1" dirty="0"/>
              <a:t>Frontend: </a:t>
            </a:r>
            <a:r>
              <a:rPr lang="en-US" sz="2400" dirty="0"/>
              <a:t>React.js (UI/UX), Tailwind CSS</a:t>
            </a:r>
          </a:p>
          <a:p>
            <a:r>
              <a:rPr lang="en-US" sz="2400" b="1" dirty="0"/>
              <a:t>Backend: </a:t>
            </a:r>
            <a:r>
              <a:rPr lang="en-US" sz="2400" dirty="0"/>
              <a:t>Node.js + Express.js, </a:t>
            </a:r>
            <a:r>
              <a:rPr lang="en-US" sz="2400" dirty="0" err="1"/>
              <a:t>FastAPI</a:t>
            </a:r>
            <a:r>
              <a:rPr lang="en-US" sz="2400" dirty="0"/>
              <a:t>, PHP </a:t>
            </a:r>
          </a:p>
          <a:p>
            <a:r>
              <a:rPr lang="en-US" sz="2400" b="1" dirty="0"/>
              <a:t>Database: </a:t>
            </a:r>
            <a:r>
              <a:rPr lang="en-US" sz="2400" dirty="0"/>
              <a:t>MongoDB </a:t>
            </a:r>
          </a:p>
          <a:p>
            <a:r>
              <a:rPr lang="en-US" sz="2400" b="1" dirty="0"/>
              <a:t>Integrations &amp; Tools:</a:t>
            </a:r>
            <a:endParaRPr lang="en-US" sz="2400" dirty="0"/>
          </a:p>
          <a:p>
            <a:r>
              <a:rPr lang="en-US" sz="2400" dirty="0" err="1"/>
              <a:t>Cloudinary</a:t>
            </a:r>
            <a:r>
              <a:rPr lang="en-US" sz="2400" dirty="0"/>
              <a:t> → Media storage </a:t>
            </a:r>
          </a:p>
          <a:p>
            <a:r>
              <a:rPr lang="en-US" sz="2400" dirty="0"/>
              <a:t>OpenAI API &amp; Gemini Flash → AI features </a:t>
            </a:r>
          </a:p>
          <a:p>
            <a:r>
              <a:rPr lang="en-US" sz="2400" dirty="0" err="1"/>
              <a:t>Nodemailer</a:t>
            </a:r>
            <a:r>
              <a:rPr lang="en-US" sz="2400" dirty="0"/>
              <a:t> → Email services </a:t>
            </a:r>
          </a:p>
          <a:p>
            <a:r>
              <a:rPr lang="en-US" sz="2400" dirty="0"/>
              <a:t>Google OAuth 2.0 → Authentication </a:t>
            </a:r>
          </a:p>
          <a:p>
            <a:r>
              <a:rPr lang="en-US" sz="2400" b="1" dirty="0"/>
              <a:t>Deployment:</a:t>
            </a:r>
            <a:endParaRPr lang="en-US" sz="2400" dirty="0"/>
          </a:p>
          <a:p>
            <a:r>
              <a:rPr lang="en-US" sz="2400" dirty="0" err="1"/>
              <a:t>Vercel</a:t>
            </a:r>
            <a:r>
              <a:rPr lang="en-US" sz="2400" dirty="0"/>
              <a:t> (Backend) </a:t>
            </a:r>
          </a:p>
          <a:p>
            <a:r>
              <a:rPr lang="en-US" sz="2400" dirty="0" err="1"/>
              <a:t>Hostinger</a:t>
            </a:r>
            <a:r>
              <a:rPr lang="en-US" sz="2400" dirty="0"/>
              <a:t> (Frontend/Hosting) </a:t>
            </a:r>
          </a:p>
          <a:p>
            <a:r>
              <a:rPr lang="en-US" sz="2400" b="1" dirty="0"/>
              <a:t>Dev Tools: </a:t>
            </a:r>
            <a:r>
              <a:rPr lang="en-US" sz="2400" dirty="0"/>
              <a:t>VS Code, Windsurf ,Git &amp; GitHub ,Notion (Project Management)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24043-4E90-14B7-36CB-36735FE99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80" y="762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3D1E-AF58-858A-B58A-B6575958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2F4F-94AB-417E-1CF0-CF0FA61F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Admin System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376C-77D0-30F5-1C99-E5E81E139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US" sz="2400" b="1" dirty="0"/>
              <a:t>Admin Panel:</a:t>
            </a:r>
            <a:endParaRPr lang="en-US" sz="2400" dirty="0"/>
          </a:p>
          <a:p>
            <a:r>
              <a:rPr lang="en-US" sz="2400" dirty="0"/>
              <a:t>Full dynamic control: </a:t>
            </a:r>
          </a:p>
          <a:p>
            <a:pPr lvl="1"/>
            <a:r>
              <a:rPr lang="en-US" sz="2400" dirty="0"/>
              <a:t>Manage users </a:t>
            </a:r>
          </a:p>
          <a:p>
            <a:pPr lvl="1"/>
            <a:r>
              <a:rPr lang="en-US" sz="2400" dirty="0"/>
              <a:t>Manage courses &amp; content </a:t>
            </a:r>
          </a:p>
          <a:p>
            <a:pPr lvl="1"/>
            <a:r>
              <a:rPr lang="en-US" sz="2400" dirty="0"/>
              <a:t>Track user activity &amp; analytics </a:t>
            </a:r>
          </a:p>
          <a:p>
            <a:pPr lvl="1"/>
            <a:r>
              <a:rPr lang="en-US" sz="2400" dirty="0"/>
              <a:t>Manage store &amp; blogs </a:t>
            </a:r>
          </a:p>
          <a:p>
            <a:r>
              <a:rPr lang="en-US" sz="2400" b="1" dirty="0"/>
              <a:t>User Management:</a:t>
            </a:r>
            <a:endParaRPr lang="en-US" sz="2400" dirty="0"/>
          </a:p>
          <a:p>
            <a:r>
              <a:rPr lang="en-US" sz="2400" dirty="0"/>
              <a:t>Profile handling </a:t>
            </a:r>
          </a:p>
          <a:p>
            <a:r>
              <a:rPr lang="en-US" sz="2400" dirty="0"/>
              <a:t>Activity streak tracking </a:t>
            </a:r>
          </a:p>
          <a:p>
            <a:r>
              <a:rPr lang="en-US" sz="2400" dirty="0"/>
              <a:t>Personalized dashboard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C0D34-6BF7-DAF1-ACF3-F109E13A8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2192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07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1259-0CFD-743C-8D3D-186FD05E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2210-BA45-ACD9-7FEA-C39BD15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Conclusion &amp; Future Scope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6A493-C45E-176A-7C22-9A66D66F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US" sz="2400" b="1" dirty="0"/>
              <a:t>Conclusion:</a:t>
            </a:r>
            <a:endParaRPr lang="en-US" sz="2400" dirty="0"/>
          </a:p>
          <a:p>
            <a:r>
              <a:rPr lang="en-US" sz="2400" dirty="0"/>
              <a:t>Complete ecosystem for student learning &amp; career growth </a:t>
            </a:r>
          </a:p>
          <a:p>
            <a:r>
              <a:rPr lang="en-US" sz="2400" dirty="0"/>
              <a:t>Integrates </a:t>
            </a:r>
            <a:r>
              <a:rPr lang="en-US" sz="2400" b="1" dirty="0"/>
              <a:t>DSA, practice, and career support</a:t>
            </a:r>
            <a:r>
              <a:rPr lang="en-US" sz="2400" dirty="0"/>
              <a:t> in one platform </a:t>
            </a:r>
          </a:p>
          <a:p>
            <a:r>
              <a:rPr lang="en-US" sz="2400" dirty="0"/>
              <a:t>AI enhances </a:t>
            </a:r>
            <a:r>
              <a:rPr lang="en-US" sz="2400" b="1" dirty="0"/>
              <a:t>personalization &amp; efficiency</a:t>
            </a:r>
            <a:r>
              <a:rPr lang="en-US" sz="2400" dirty="0"/>
              <a:t> </a:t>
            </a:r>
          </a:p>
          <a:p>
            <a:r>
              <a:rPr lang="en-US" sz="2400" dirty="0"/>
              <a:t>Boosts productivity via </a:t>
            </a:r>
            <a:r>
              <a:rPr lang="en-US" sz="2400" b="1" dirty="0"/>
              <a:t>roadmaps &amp; streak tracking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b="1" dirty="0"/>
              <a:t>Future Scope:</a:t>
            </a:r>
            <a:endParaRPr lang="en-US" sz="2400" dirty="0"/>
          </a:p>
          <a:p>
            <a:r>
              <a:rPr lang="en-US" sz="2400" dirty="0"/>
              <a:t>📱 Mobile app (Android &amp; iOS) </a:t>
            </a:r>
          </a:p>
          <a:p>
            <a:r>
              <a:rPr lang="en-US" sz="2400" dirty="0"/>
              <a:t>🤖 AI mentor for doubt solving </a:t>
            </a:r>
          </a:p>
          <a:p>
            <a:r>
              <a:rPr lang="en-US" sz="2400" dirty="0"/>
              <a:t>📊 ML-based personalized learning </a:t>
            </a:r>
          </a:p>
          <a:p>
            <a:r>
              <a:rPr lang="en-US" sz="2400" dirty="0"/>
              <a:t>🌍 Community &amp; peer learning </a:t>
            </a:r>
          </a:p>
          <a:p>
            <a:r>
              <a:rPr lang="en-US" sz="2400" dirty="0"/>
              <a:t>🏢 Hiring partnerships </a:t>
            </a:r>
          </a:p>
          <a:p>
            <a:r>
              <a:rPr lang="en-US" sz="2400" dirty="0"/>
              <a:t>🎯 AI mock interviews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9078B-01CF-D721-E8A1-3889D3B16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0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B35-F619-A6C4-D183-0905E3C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72C5-9053-2A04-F2AC-F10C8CBF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F6B48-0BA9-A9BE-B97C-3F6CC0BB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40" y="102244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41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2111</TotalTime>
  <Words>360</Words>
  <Application>Microsoft Office PowerPoint</Application>
  <PresentationFormat>On-screen Show (4:3)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Theme1</vt:lpstr>
      <vt:lpstr>PowerPoint Presentation</vt:lpstr>
      <vt:lpstr>Project Overview</vt:lpstr>
      <vt:lpstr>Key Features</vt:lpstr>
      <vt:lpstr>System Architecture &amp; Tech Stack</vt:lpstr>
      <vt:lpstr>Admin System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Aniket Kumar</cp:lastModifiedBy>
  <cp:revision>175</cp:revision>
  <dcterms:created xsi:type="dcterms:W3CDTF">2024-07-10T18:26:37Z</dcterms:created>
  <dcterms:modified xsi:type="dcterms:W3CDTF">2026-05-01T09:20:53Z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